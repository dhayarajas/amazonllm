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59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8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5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2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3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3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7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3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0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4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1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E4AAE-CD4F-4676-9292-E1E434DB7320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501AB-CA48-4BD9-AABF-D0EA0CD2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8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8972" y="422028"/>
            <a:ext cx="11618746" cy="2806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link 	- Amazon Product Reviews dataset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input -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–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Products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performance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,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Novelty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Spatio Temporal core SVD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0996" y="4204157"/>
            <a:ext cx="113514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Kindly go through the flow and the novelty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any queries or changes in the flow or in novelty part kindly mention them before the flow acknowledgment and implementation starts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implementation the process or steps might be change according to the performance </a:t>
            </a:r>
            <a:endParaRPr lang="en-I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948" y="154745"/>
            <a:ext cx="11802794" cy="6597747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71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40904" y="568453"/>
            <a:ext cx="2816375" cy="900815"/>
            <a:chOff x="621594" y="1123647"/>
            <a:chExt cx="2816375" cy="900815"/>
          </a:xfrm>
        </p:grpSpPr>
        <p:sp>
          <p:nvSpPr>
            <p:cNvPr id="3" name="Rectangle 2"/>
            <p:cNvSpPr/>
            <p:nvPr/>
          </p:nvSpPr>
          <p:spPr>
            <a:xfrm>
              <a:off x="621594" y="1295457"/>
              <a:ext cx="1727010" cy="5571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Amazon Product Reviews dataset</a:t>
              </a:r>
            </a:p>
          </p:txBody>
        </p:sp>
        <p:pic>
          <p:nvPicPr>
            <p:cNvPr id="4" name="Picture 3" descr="Dataset Icons - Free SVG &amp; PNG Dataset Images - Noun Projec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1994" y="1123647"/>
              <a:ext cx="1215975" cy="900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6968020" y="2926296"/>
            <a:ext cx="2880000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968020" y="4034440"/>
            <a:ext cx="2880000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8020" y="1818152"/>
            <a:ext cx="2880000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73472" y="5142583"/>
            <a:ext cx="2880000" cy="540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RMSE , MSE</a:t>
            </a:r>
          </a:p>
        </p:txBody>
      </p:sp>
      <p:cxnSp>
        <p:nvCxnSpPr>
          <p:cNvPr id="17" name="Straight Arrow Connector 16"/>
          <p:cNvCxnSpPr>
            <a:stCxn id="10" idx="2"/>
            <a:endCxn id="7" idx="0"/>
          </p:cNvCxnSpPr>
          <p:nvPr/>
        </p:nvCxnSpPr>
        <p:spPr>
          <a:xfrm>
            <a:off x="8408020" y="2358152"/>
            <a:ext cx="0" cy="56814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  <a:endCxn id="9" idx="0"/>
          </p:cNvCxnSpPr>
          <p:nvPr/>
        </p:nvCxnSpPr>
        <p:spPr>
          <a:xfrm>
            <a:off x="8408020" y="3466296"/>
            <a:ext cx="0" cy="56814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35"/>
          <p:cNvCxnSpPr>
            <a:stCxn id="9" idx="2"/>
            <a:endCxn id="11" idx="0"/>
          </p:cNvCxnSpPr>
          <p:nvPr/>
        </p:nvCxnSpPr>
        <p:spPr>
          <a:xfrm>
            <a:off x="8408020" y="4574440"/>
            <a:ext cx="5452" cy="56814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Rectangle 43"/>
          <p:cNvSpPr>
            <a:spLocks/>
          </p:cNvSpPr>
          <p:nvPr/>
        </p:nvSpPr>
        <p:spPr>
          <a:xfrm>
            <a:off x="3004409" y="1818152"/>
            <a:ext cx="2880000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Dataset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>
            <a:spLocks/>
          </p:cNvSpPr>
          <p:nvPr/>
        </p:nvSpPr>
        <p:spPr>
          <a:xfrm>
            <a:off x="3004409" y="2926296"/>
            <a:ext cx="2880000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09860" y="5142583"/>
            <a:ext cx="2880000" cy="540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SVD 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04409" y="4034440"/>
            <a:ext cx="2880000" cy="540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– </a:t>
            </a:r>
            <a:br>
              <a:rPr lang="en-IN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Augmented Features</a:t>
            </a:r>
            <a:endParaRPr lang="en-I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/>
          <p:cNvCxnSpPr>
            <a:stCxn id="44" idx="2"/>
            <a:endCxn id="45" idx="0"/>
          </p:cNvCxnSpPr>
          <p:nvPr/>
        </p:nvCxnSpPr>
        <p:spPr>
          <a:xfrm>
            <a:off x="4444409" y="2358152"/>
            <a:ext cx="0" cy="56814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45" idx="2"/>
            <a:endCxn id="47" idx="0"/>
          </p:cNvCxnSpPr>
          <p:nvPr/>
        </p:nvCxnSpPr>
        <p:spPr>
          <a:xfrm>
            <a:off x="4444409" y="3466296"/>
            <a:ext cx="0" cy="56814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7" idx="2"/>
            <a:endCxn id="46" idx="0"/>
          </p:cNvCxnSpPr>
          <p:nvPr/>
        </p:nvCxnSpPr>
        <p:spPr>
          <a:xfrm>
            <a:off x="4444409" y="4574440"/>
            <a:ext cx="5451" cy="56814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6" idx="3"/>
            <a:endCxn id="10" idx="1"/>
          </p:cNvCxnSpPr>
          <p:nvPr/>
        </p:nvCxnSpPr>
        <p:spPr>
          <a:xfrm flipV="1">
            <a:off x="5889860" y="2088152"/>
            <a:ext cx="1078160" cy="332443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47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91708" y="945342"/>
            <a:ext cx="2880000" cy="5072312"/>
            <a:chOff x="4291707" y="298228"/>
            <a:chExt cx="2880000" cy="5072312"/>
          </a:xfrm>
        </p:grpSpPr>
        <p:cxnSp>
          <p:nvCxnSpPr>
            <p:cNvPr id="3" name="Straight Arrow Connector 49"/>
            <p:cNvCxnSpPr>
              <a:stCxn id="4" idx="2"/>
              <a:endCxn id="7" idx="0"/>
            </p:cNvCxnSpPr>
            <p:nvPr/>
          </p:nvCxnSpPr>
          <p:spPr>
            <a:xfrm>
              <a:off x="5731707" y="946228"/>
              <a:ext cx="0" cy="377631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/>
            <p:cNvSpPr/>
            <p:nvPr/>
          </p:nvSpPr>
          <p:spPr>
            <a:xfrm>
              <a:off x="4291707" y="298228"/>
              <a:ext cx="2880000" cy="64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r>
                <a: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Matrix Preparation</a:t>
              </a:r>
              <a:endPara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291707" y="1314405"/>
              <a:ext cx="2880000" cy="64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r>
                <a: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Define SVD</a:t>
              </a:r>
              <a:endPara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291707" y="4722540"/>
              <a:ext cx="2880000" cy="64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 Features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1707" y="3346759"/>
              <a:ext cx="2880000" cy="1007604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Extended </a:t>
              </a:r>
              <a:r>
                <a:rPr lang="en-US" sz="16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</a:t>
              </a:r>
              <a:r>
                <a:rPr 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Adjusted Factor </a:t>
              </a:r>
              <a:r>
                <a:rPr lang="en-US" sz="16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</a:t>
              </a:r>
              <a:r>
                <a:rPr lang="en-US" sz="1600" b="1" dirty="0" err="1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Spatio</a:t>
              </a:r>
              <a:r>
                <a:rPr lang="en-US" sz="16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-temporal</a:t>
              </a:r>
              <a:endPara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291707" y="2330582"/>
              <a:ext cx="2880000" cy="648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Significant Eigenvalue </a:t>
              </a:r>
              <a:r>
                <a:rPr lang="en-US" sz="16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Retention </a:t>
              </a:r>
              <a:endPara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7326452" y="292770"/>
            <a:ext cx="4389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Spatio Temporal core SVD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22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302" y="772426"/>
            <a:ext cx="10203767" cy="52968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Augmentation of Product Data: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 Enrichment: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LLM to generate additional descriptions or summaries for Products based on existing metadata. This can help in creating richer content for the recommendation model.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Products Classification: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the dataset lacks genre information,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can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LLM to classify Products into appropriate categories based on their descriptions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572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155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77</cp:revision>
  <dcterms:created xsi:type="dcterms:W3CDTF">2024-08-03T12:08:26Z</dcterms:created>
  <dcterms:modified xsi:type="dcterms:W3CDTF">2024-09-17T07:20:21Z</dcterms:modified>
</cp:coreProperties>
</file>